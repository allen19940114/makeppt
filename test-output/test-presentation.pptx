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image" Target="../media/image-1-5.png"/><Relationship Id="rId6" Type="http://schemas.openxmlformats.org/officeDocument/2006/relationships/image" Target="../media/image-1-6.svg"/><Relationship Id="rId7" Type="http://schemas.openxmlformats.org/officeDocument/2006/relationships/image" Target="../media/image-1-7.png"/><Relationship Id="rId8" Type="http://schemas.openxmlformats.org/officeDocument/2006/relationships/image" Target="../media/image-1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0990" y="687357"/>
            <a:ext cx="11429714" cy="6349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to PPT 转换测试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380990" y="1576335"/>
            <a:ext cx="11429714" cy="36571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这是一个包含图标的测试幻灯片，用于验证图标是否正确转换为 PPT。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380990" y="2196039"/>
            <a:ext cx="1407680" cy="558786"/>
          </a:xfrm>
          <a:prstGeom prst="rect">
            <a:avLst>
              <a:gd name="adj" fmla="val 25569"/>
            </a:avLst>
          </a:prstGeom>
          <a:solidFill>
            <a:srgbClr val="FFFF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1486" y="2323036"/>
            <a:ext cx="457200" cy="30479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71526" y="2370660"/>
            <a:ext cx="626650" cy="3429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SVG图标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1979166" y="2196039"/>
            <a:ext cx="1238219" cy="558786"/>
          </a:xfrm>
          <a:prstGeom prst="rect">
            <a:avLst>
              <a:gd name="adj" fmla="val 25569"/>
            </a:avLst>
          </a:prstGeom>
          <a:solidFill>
            <a:srgbClr val="FFFFFF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69661" y="2399234"/>
            <a:ext cx="45720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417305" y="2370660"/>
            <a:ext cx="609585" cy="3429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车辆图标</a:t>
            </a:r>
            <a:endParaRPr lang="en-US" sz="1800" dirty="0"/>
          </a:p>
        </p:txBody>
      </p:sp>
      <p:sp>
        <p:nvSpPr>
          <p:cNvPr id="10" name="Shape 6"/>
          <p:cNvSpPr/>
          <p:nvPr/>
        </p:nvSpPr>
        <p:spPr>
          <a:xfrm>
            <a:off x="3407880" y="2196039"/>
            <a:ext cx="1238219" cy="558786"/>
          </a:xfrm>
          <a:prstGeom prst="rect">
            <a:avLst>
              <a:gd name="adj" fmla="val 25569"/>
            </a:avLst>
          </a:prstGeom>
          <a:solidFill>
            <a:srgbClr val="FFFFFF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598376" y="2399234"/>
            <a:ext cx="457200" cy="27432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3846019" y="2370660"/>
            <a:ext cx="609585" cy="3429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首页图标</a:t>
            </a:r>
            <a:endParaRPr lang="en-US" sz="1800" dirty="0"/>
          </a:p>
        </p:txBody>
      </p:sp>
      <p:sp>
        <p:nvSpPr>
          <p:cNvPr id="13" name="Shape 8"/>
          <p:cNvSpPr/>
          <p:nvPr/>
        </p:nvSpPr>
        <p:spPr>
          <a:xfrm>
            <a:off x="4836595" y="2196039"/>
            <a:ext cx="1390615" cy="558786"/>
          </a:xfrm>
          <a:prstGeom prst="rect">
            <a:avLst>
              <a:gd name="adj" fmla="val 25569"/>
            </a:avLst>
          </a:prstGeom>
          <a:solidFill>
            <a:srgbClr val="FFFFFF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027090" y="2323036"/>
            <a:ext cx="457200" cy="304792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5427130" y="2370660"/>
            <a:ext cx="609585" cy="3429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设置图标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subject/>
  <dc:creator>HTML to PPT Converter</dc:creator>
  <cp:lastModifiedBy>HTML to PPT Converter</cp:lastModifiedBy>
  <cp:revision>1</cp:revision>
  <dcterms:created xsi:type="dcterms:W3CDTF">2025-12-25T01:44:19Z</dcterms:created>
  <dcterms:modified xsi:type="dcterms:W3CDTF">2025-12-25T01:44:19Z</dcterms:modified>
</cp:coreProperties>
</file>